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9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C204E8-17E1-5C86-B233-4554BD0D4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2EEA7C-5AA3-FDEB-D45A-8667B9B08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B3BB03-44D0-1109-BDC2-FAB6773B4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9748-B516-4BEF-8191-4B52DB67A8F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6B81A6-8E6E-5E7D-E311-9FA57A6F4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85E8B0-9332-74A4-4CEA-503DF274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0D43-F753-4E3E-BB9D-1A9985A15F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954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E76F10-DB56-9BFC-F75F-E71C1AD4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1BE37B-A202-1D07-FC51-CE21DC586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3B60F7-82F4-2C77-5131-DC409854C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9748-B516-4BEF-8191-4B52DB67A8F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21CCC8-2045-3FA9-878A-EE9D8C0B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4B89DB-69CB-E0A7-295C-0D289B4E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0D43-F753-4E3E-BB9D-1A9985A15F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230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9D1541-0AEF-D29F-B57D-ACF48610D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A58D12-5269-82C9-53DA-66ED37418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1D8DAD-FBCD-38B1-E6EC-C3C8C83C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9748-B516-4BEF-8191-4B52DB67A8F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ADD87D-1301-36CE-3822-AFE0451F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491D23-5D80-D80B-111E-05ECE116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0D43-F753-4E3E-BB9D-1A9985A15F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48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914C65-8B33-79E8-4577-89AAF4DC1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E757E0-8118-55BE-6184-271457BB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71E890-F844-7DB8-3D37-E9DFD4A73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5B3FB2-6CBE-8764-9F20-95410344A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9748-B516-4BEF-8191-4B52DB67A8F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87D15C-56AF-5AF2-BE25-70EE676F2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E4F70E-9836-E9FD-B06C-0E0F0F70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0D43-F753-4E3E-BB9D-1A9985A15F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078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FDEA7-073C-AB07-8EFB-9D1B9D00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7372CA-5C98-2D60-F1FD-14F1F2A04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3A57CE-B366-51FC-0C91-A50F88529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727D0D6-EC1D-168D-CD04-A9DA483CC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09632A8-2B90-A567-C062-94F1D43CD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4737FAC-FB55-EFF8-8B07-5DC27792B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9748-B516-4BEF-8191-4B52DB67A8F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26801B0-8A38-61C3-2ABD-45B7DD71A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3618616-909C-1717-D61A-0E04D2EA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0D43-F753-4E3E-BB9D-1A9985A15F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641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A9485-2AB7-ADF5-950D-219DE8FF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067EE-CCC0-FAD0-20A4-EC271B35C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9748-B516-4BEF-8191-4B52DB67A8F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BADF71B-30D1-1152-A5E3-4727129A4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D3DE33-0C15-886B-6E43-F5F3E711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0D43-F753-4E3E-BB9D-1A9985A15F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30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FDCDA98-FA02-E9BD-C20E-813AAD523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9748-B516-4BEF-8191-4B52DB67A8F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BD3B6A8-BDD4-A805-38B6-213A7C1AF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F75E95-A6D4-1FC0-719C-93180CDB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0D43-F753-4E3E-BB9D-1A9985A15F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09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B25FEF-C10F-4655-FB01-67C22579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ED11F3-637D-8E38-689E-909B9A63A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E1E5B5-1DE2-29E2-F0C9-55F39A042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966278-6EB5-3C8C-D82F-138730A4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9748-B516-4BEF-8191-4B52DB67A8F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3EE801-4AF9-2C98-24E6-A93AEAEE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836CAF-672F-DD10-0832-EB14B797F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0D43-F753-4E3E-BB9D-1A9985A15F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98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772964-EF4D-0010-D487-0E9C51BA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14221AC-C8E8-9209-1899-DBA3452A6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BFD2A1-7AF4-F4F2-D41E-96B113F10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5EECC2-377A-9665-0092-1FF8E9BF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9748-B516-4BEF-8191-4B52DB67A8F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D7BE73-16C8-1FB4-70EA-D2A2BAC37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CB116E-4491-0D82-9EE5-4800EA69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0D43-F753-4E3E-BB9D-1A9985A15F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07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0F4B9-D569-E5BA-A282-061AB7FDC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D33F8B-E7A9-7A64-331E-7174D3076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EC8EC0-8098-D60E-242A-F0BAF804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9748-B516-4BEF-8191-4B52DB67A8F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607D5F-7B91-5A85-690B-0B81472CE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25216A-A554-5664-C802-362883BD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0D43-F753-4E3E-BB9D-1A9985A15F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568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0CCD9C4-F314-3378-453D-FEDCF2E98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0E03C7-9E7B-4952-060F-2C485940E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067E9E-B3B3-8CC3-7A89-3A2FEF60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9748-B516-4BEF-8191-4B52DB67A8F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ACFC31-C610-98E8-3309-34F01971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02F098-AD01-A7FB-A657-437DB92F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0D43-F753-4E3E-BB9D-1A9985A15F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94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81A57-30B8-C7A5-2CBF-480E405E2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1CF144-F5D9-89D6-F317-567A5C64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BF9C5C-9DC1-72B6-66F4-C8EC66982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79748-B516-4BEF-8191-4B52DB67A8F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53CB11-2EAB-B55E-D8DA-7CD9945B1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28853E-4ED4-02B6-98E5-68E3279DF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10D43-F753-4E3E-BB9D-1A9985A15F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90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Небоваренков С.К.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Зверь В.В.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д.т.н.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к.т.н.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560B5E-011E-BEFC-A746-680DE668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en-US" dirty="0"/>
              <a:t>main (7 exe</a:t>
            </a:r>
            <a:r>
              <a:rPr lang="ru-RU" dirty="0"/>
              <a:t>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4523118-533E-9FBF-51E1-AD9455AF6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2612" y="1284342"/>
            <a:ext cx="3697692" cy="4892621"/>
          </a:xfrm>
        </p:spPr>
      </p:pic>
    </p:spTree>
    <p:extLst>
      <p:ext uri="{BB962C8B-B14F-4D97-AF65-F5344CB8AC3E}">
        <p14:creationId xmlns:p14="http://schemas.microsoft.com/office/powerpoint/2010/main" val="4224089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1B85B6-5577-C847-3E99-FF84FC85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get_potential_energy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CB0AFE9-F2D3-C02E-4772-E25BC2756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952" y="3029865"/>
            <a:ext cx="9238095" cy="1942857"/>
          </a:xfrm>
        </p:spPr>
      </p:pic>
    </p:spTree>
    <p:extLst>
      <p:ext uri="{BB962C8B-B14F-4D97-AF65-F5344CB8AC3E}">
        <p14:creationId xmlns:p14="http://schemas.microsoft.com/office/powerpoint/2010/main" val="22824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AD54C-2FE6-5F05-098D-0F10D00DB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Запуск программы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B22C6CA-10F2-B304-8AA4-566892B23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0196"/>
            <a:ext cx="8983329" cy="1771897"/>
          </a:xfrm>
        </p:spPr>
      </p:pic>
    </p:spTree>
    <p:extLst>
      <p:ext uri="{BB962C8B-B14F-4D97-AF65-F5344CB8AC3E}">
        <p14:creationId xmlns:p14="http://schemas.microsoft.com/office/powerpoint/2010/main" val="32601571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</Words>
  <Application>Microsoft Office PowerPoint</Application>
  <PresentationFormat>Широкоэкранный</PresentationFormat>
  <Paragraphs>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Отчёт по лабораторной работе №5</vt:lpstr>
      <vt:lpstr>Функция main (7 exe)</vt:lpstr>
      <vt:lpstr>get_potential_energy</vt:lpstr>
      <vt:lpstr>Запуск программы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№5</dc:title>
  <dc:creator>Stepan Nebovarenkov</dc:creator>
  <cp:lastModifiedBy>Stepan Nebovarenkov</cp:lastModifiedBy>
  <cp:revision>2</cp:revision>
  <dcterms:created xsi:type="dcterms:W3CDTF">2026-04-23T11:10:40Z</dcterms:created>
  <dcterms:modified xsi:type="dcterms:W3CDTF">2026-04-23T11:21:40Z</dcterms:modified>
</cp:coreProperties>
</file>