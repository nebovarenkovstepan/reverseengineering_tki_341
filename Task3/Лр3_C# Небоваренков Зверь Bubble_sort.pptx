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9"/>
  </p:notesMasterIdLst>
  <p:sldIdLst>
    <p:sldId id="272" r:id="rId2"/>
    <p:sldId id="270" r:id="rId3"/>
    <p:sldId id="271" r:id="rId4"/>
    <p:sldId id="258" r:id="rId5"/>
    <p:sldId id="259" r:id="rId6"/>
    <p:sldId id="260" r:id="rId7"/>
    <p:sldId id="261" r:id="rId8"/>
    <p:sldId id="266" r:id="rId9"/>
    <p:sldId id="265" r:id="rId10"/>
    <p:sldId id="273" r:id="rId11"/>
    <p:sldId id="274" r:id="rId12"/>
    <p:sldId id="275" r:id="rId13"/>
    <p:sldId id="276" r:id="rId14"/>
    <p:sldId id="264" r:id="rId15"/>
    <p:sldId id="267" r:id="rId16"/>
    <p:sldId id="278" r:id="rId17"/>
    <p:sldId id="277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26"/>
    <p:restoredTop sz="94667"/>
  </p:normalViewPr>
  <p:slideViewPr>
    <p:cSldViewPr snapToGrid="0">
      <p:cViewPr varScale="1">
        <p:scale>
          <a:sx n="94" d="100"/>
          <a:sy n="94" d="100"/>
        </p:scale>
        <p:origin x="63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BAFB4-5510-574D-86CE-C19EF2B42204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F4B505-333F-5443-AB4B-55FDA2D7E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3805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1F6830-4DAA-A53A-DBC6-2B31DE0E7D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C698357-FF67-D643-86B0-01A69803FE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607506-713B-B73C-58AB-553822FA9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E282E-8406-E949-9BDA-3161F01F6A39}" type="datetime1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839FC2-6E41-3096-3ECF-A9B51FCB0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FD556B-A598-C36F-18D5-80A0E5DB0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9459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0FD57A-E021-CDCC-DCFA-DA8E2C5F7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F4B259-9F37-4FD4-5800-CBEABF660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C19F06-4037-68E1-5067-15B079DB9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22137-869F-124E-AD6A-013DA00A3F47}" type="datetime1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002A7D-E410-4632-FAF9-D3ECE5E20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823628-5D46-3EFE-0018-AB894A010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1096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0DAA66-C678-D260-4C68-44F55E7E3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9798D5-7DBD-9406-876F-2FC6C5E5D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780257-FA24-8454-9A13-57E9FB40E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8E1F7-411F-FC40-89DE-55DB480AAE63}" type="datetime1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12C31C-5FAC-7AB9-BBB1-19658DFD4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6DED08-919A-A0FB-2DF1-50DBC6D79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971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D3BBE5-A9B2-3028-C298-5B6DD673B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FFC7B8-C1F1-6CDA-4B13-2D2EFB7674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4B741E1-0B52-62AA-4F26-ED201C559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477B028-EDC7-28EE-38A2-666B6EE9D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FFE0A-851A-A244-B1D2-4B5649C57CA6}" type="datetime1">
              <a:rPr lang="ru-RU" smtClean="0"/>
              <a:t>23.03.2026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E809D0C-464E-EE7F-74E2-DB993B4DA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84A6677-7B78-C3F5-E787-8B4877D5B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8689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850D4E-2853-0433-2B86-8A126F776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C69172-07D5-E59B-3B31-6E2E408AC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282E44E-F136-599B-50FC-8C56C5B7EA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64F49DE-D3F8-9D4C-1A5B-9D631E5073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ACEABCD-EF84-9281-658B-6E8F6FCB12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8832499-F686-FB66-805E-F01EBDFF6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B008E-4B1B-C548-8956-97711596B574}" type="datetime1">
              <a:rPr lang="ru-RU" smtClean="0"/>
              <a:t>23.03.2026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7859144-F347-1389-67C7-196A2D08D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9CA24E7-C493-0D13-8EB8-5316A0C9C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56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18A55B-FC8F-6E80-C0E4-4D2BB05AD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1564A2B-CDAA-0FE9-E96B-AF9A2DE69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67300-804D-CF49-9DB0-3A0D159F127D}" type="datetime1">
              <a:rPr lang="ru-RU" smtClean="0"/>
              <a:t>23.03.2026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8BBBE46-0F13-B069-37B2-D58D93E3F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EF1068D-AE32-03BE-AB87-4C6DEC39F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333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CA8F72A-8F68-FF67-131F-CB8B09000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46229-FC3F-EC48-AC78-1679AA1FEDCB}" type="datetime1">
              <a:rPr lang="ru-RU" smtClean="0"/>
              <a:t>23.03.2026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956251C-AFCB-66B3-8817-ACA349F49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6F43C3D-47A5-1867-CE7B-78179873F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9458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905FFA-1106-96BD-A738-F80DE3F5D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1589BE-88C8-02CE-C58C-27AC5AEA9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F75806C-D898-4AB7-4FD5-6D22460474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EFCD970-19C0-8163-1555-20B899A67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06BD9-4DD2-7A45-84E4-A9AA7317B60B}" type="datetime1">
              <a:rPr lang="ru-RU" smtClean="0"/>
              <a:t>23.03.2026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94332D1-5B9B-DE3A-E011-AF0AD5427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16B4920-2830-28D1-04C6-297043831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4418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176431-18F5-8C40-9DE5-1752C8F70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41DD190-4D29-46B6-DF14-A85DAACB6D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151D86D-96CE-1EE4-4DCB-9F966C1F0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F63B7FC-18F8-9BB0-A127-64E78BBB3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97B00-35E3-9F48-AF56-B6CA106F8B38}" type="datetime1">
              <a:rPr lang="ru-RU" smtClean="0"/>
              <a:t>23.03.2026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0D92EB7-2000-9703-B902-6993319D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23BCA5-38F8-94C3-D41E-EA8339056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7674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EB823-1686-02E6-3533-BB6B9A7CE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B4F57B2-4FAF-2ED2-2663-616B232617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3CA1A4-847D-C9EF-9C6E-8437B24CA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0DC4-518B-6845-83BC-0FF75AC396BA}" type="datetime1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5DE0A0-EBDC-C10D-E20D-F553F6D5D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6D9EB4-C94B-0F1A-D5BA-25D60CE27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4255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0834C73-D577-6C37-17F7-1C896C080E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E7BBF50-B994-1438-5C0A-B75A0C5EF8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22F52E-FD68-59F5-5777-31F247EA6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A9B2A-5F66-2444-8492-DF1C4D505A41}" type="datetime1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127BC8-5F91-4CE6-744A-339CC6793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7D14CD-FE2B-8CB9-B7E0-BBED06346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80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89051E-13DB-963A-72FB-8C3727A1D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70B3DA-A627-3D34-EB6E-DB5D02D04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F7BFC9-D89C-A681-7B02-6E40D014DA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D7C91E-D92D-154E-A5B5-4C0C70C715C8}" type="datetime1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C081CF-A378-17D6-D3E4-74A8C7D29F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91AF09-AB47-3F0E-4B0D-37B2E5F70D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376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D6440-1606-BC69-E2AF-86A4ECFC06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Отчёт по лабораторной работе №3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A4968-9A8F-F562-BEBD-29228932D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760662"/>
          </a:xfrm>
        </p:spPr>
        <p:txBody>
          <a:bodyPr>
            <a:normAutofit/>
          </a:bodyPr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Выполнили: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Небоваренков С. К.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Зверь В. В.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Проверили: 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Профессор, д.т.н. Сидоренко Валентина Генадьевна 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доцент, к.т.н. Сафронов Антон Игоревич</a:t>
            </a:r>
          </a:p>
        </p:txBody>
      </p:sp>
    </p:spTree>
    <p:extLst>
      <p:ext uri="{BB962C8B-B14F-4D97-AF65-F5344CB8AC3E}">
        <p14:creationId xmlns:p14="http://schemas.microsoft.com/office/powerpoint/2010/main" val="704638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1585769-B3AA-876A-EE51-AC18D3A32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914"/>
            <a:ext cx="10515600" cy="4740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Исходные данные на языке </a:t>
            </a:r>
            <a:r>
              <a:rPr lang="en" dirty="0"/>
              <a:t>C++</a:t>
            </a:r>
            <a:br>
              <a:rPr lang="en" dirty="0"/>
            </a:br>
            <a:r>
              <a:rPr lang="ru-RU" dirty="0"/>
              <a:t>В качестве исходных данных используется программное обеспечение из первой лабораторной работы, реализующее алгоритм сортировки пузырьком.</a:t>
            </a:r>
          </a:p>
          <a:p>
            <a:pPr marL="0" indent="0">
              <a:buNone/>
            </a:pPr>
            <a:r>
              <a:rPr lang="ru-RU" dirty="0"/>
              <a:t>Для конвертации программного обеспечения в язык </a:t>
            </a:r>
            <a:r>
              <a:rPr lang="en-US" dirty="0"/>
              <a:t>C#</a:t>
            </a:r>
            <a:r>
              <a:rPr lang="ru-RU" dirty="0"/>
              <a:t> выполнялось с использованием искусственного интеллекта </a:t>
            </a:r>
            <a:r>
              <a:rPr lang="en-US" dirty="0"/>
              <a:t>Gemini 3 Pro. </a:t>
            </a:r>
            <a:r>
              <a:rPr lang="ru-RU" dirty="0"/>
              <a:t>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68892F5-261E-EFA2-E27B-9FF36F066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7853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E492FB-6C76-143E-FCB2-C2A952AF0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40647"/>
            <a:ext cx="6614160" cy="1325563"/>
          </a:xfrm>
        </p:spPr>
        <p:txBody>
          <a:bodyPr/>
          <a:lstStyle/>
          <a:p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Конечный текст на языке </a:t>
            </a:r>
            <a:r>
              <a:rPr lang="e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07D041-9EA8-C025-E595-E4A70F620EE4}"/>
              </a:ext>
            </a:extLst>
          </p:cNvPr>
          <p:cNvSpPr txBox="1"/>
          <p:nvPr/>
        </p:nvSpPr>
        <p:spPr>
          <a:xfrm>
            <a:off x="5303520" y="1310421"/>
            <a:ext cx="55362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применения правок был получен итоговый, успешно компилируемый листинг программы на языке </a:t>
            </a:r>
            <a:r>
              <a:rPr lang="e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C#.</a:t>
            </a:r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DA46F9E5-39EC-6196-1D5E-41BCCE893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3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DF30C33-0C5E-4DAC-842F-0CC2C7C39E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639"/>
          <a:stretch/>
        </p:blipFill>
        <p:spPr>
          <a:xfrm>
            <a:off x="0" y="518795"/>
            <a:ext cx="5115745" cy="633920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425CA28-3841-27BB-8298-C1BB80D615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8269"/>
          <a:stretch/>
        </p:blipFill>
        <p:spPr>
          <a:xfrm>
            <a:off x="5115745" y="3262828"/>
            <a:ext cx="4879365" cy="3595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240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D57213-D8A6-2D11-9875-87CEF3D17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ILSpy</a:t>
            </a:r>
            <a:r>
              <a:rPr lang="ru-RU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77BEBE-EE7F-C31C-159D-69D3FFD16D1D}"/>
              </a:ext>
            </a:extLst>
          </p:cNvPr>
          <p:cNvSpPr txBox="1"/>
          <p:nvPr/>
        </p:nvSpPr>
        <p:spPr>
          <a:xfrm>
            <a:off x="838200" y="1690688"/>
            <a:ext cx="437249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ILSpy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 –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плагин, который встроил декомпилятор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ILSpy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прямо в редактор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ILSpy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декомпилятор, который делает из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dll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/exe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читаемый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рисунке изображена функция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переведённая в псевдокод.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4FA325-BC11-787F-FA47-F100B258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4</a:t>
            </a:fld>
            <a:endParaRPr lang="ru-RU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B941C000-8C22-13EC-8641-FDD995FDCF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98052" y="2412680"/>
            <a:ext cx="5767228" cy="2032639"/>
          </a:xfrm>
        </p:spPr>
      </p:pic>
    </p:spTree>
    <p:extLst>
      <p:ext uri="{BB962C8B-B14F-4D97-AF65-F5344CB8AC3E}">
        <p14:creationId xmlns:p14="http://schemas.microsoft.com/office/powerpoint/2010/main" val="4286833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03EA41-9A7B-5273-2E62-E9FC3A9D8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4041"/>
            <a:ext cx="10515600" cy="1325563"/>
          </a:xfrm>
        </p:spPr>
        <p:txBody>
          <a:bodyPr/>
          <a:lstStyle/>
          <a:p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ILSpy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4E236A-EBF1-EC0C-FE2B-C78E60968765}"/>
              </a:ext>
            </a:extLst>
          </p:cNvPr>
          <p:cNvSpPr txBox="1"/>
          <p:nvPr/>
        </p:nvSpPr>
        <p:spPr>
          <a:xfrm>
            <a:off x="6711142" y="1679604"/>
            <a:ext cx="31643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данном рисунке представлен псевдокод функции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BubbleSort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FE1DBD-E45E-B7FF-E459-B2D0756D4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5</a:t>
            </a:fld>
            <a:endParaRPr lang="ru-RU"/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B0EC70AE-00BE-507B-B199-549E049E3D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79604"/>
            <a:ext cx="4857571" cy="4351338"/>
          </a:xfrm>
        </p:spPr>
      </p:pic>
    </p:spTree>
    <p:extLst>
      <p:ext uri="{BB962C8B-B14F-4D97-AF65-F5344CB8AC3E}">
        <p14:creationId xmlns:p14="http://schemas.microsoft.com/office/powerpoint/2010/main" val="3847853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546F37-3C5C-9712-A7E1-A48D03C76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5378"/>
            <a:ext cx="10515600" cy="1325563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ILSpy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169B24-C147-0D14-C8F5-A0C85D2C16F6}"/>
              </a:ext>
            </a:extLst>
          </p:cNvPr>
          <p:cNvSpPr txBox="1"/>
          <p:nvPr/>
        </p:nvSpPr>
        <p:spPr>
          <a:xfrm>
            <a:off x="8057787" y="1430461"/>
            <a:ext cx="408431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этом слайде представлены изображения функции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языке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IL.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IL-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 – это промежуточный язык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.NET,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который компилятор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переводит программу перед тем, как она выполняется.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D958FCF-A328-943F-4A73-8A7D1FDA8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6</a:t>
            </a:fld>
            <a:endParaRPr lang="ru-RU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F98559CB-9C13-1436-457C-3C73D416DE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668" y="1545669"/>
            <a:ext cx="7703091" cy="4351338"/>
          </a:xfrm>
        </p:spPr>
      </p:pic>
    </p:spTree>
    <p:extLst>
      <p:ext uri="{BB962C8B-B14F-4D97-AF65-F5344CB8AC3E}">
        <p14:creationId xmlns:p14="http://schemas.microsoft.com/office/powerpoint/2010/main" val="3669456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BD5D46-82ED-71EF-EEC1-105E38DA7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200" y="0"/>
            <a:ext cx="10515600" cy="1325563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ILSpy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DC4F1A-CB0C-A6C6-B369-49775E652553}"/>
              </a:ext>
            </a:extLst>
          </p:cNvPr>
          <p:cNvSpPr txBox="1"/>
          <p:nvPr/>
        </p:nvSpPr>
        <p:spPr>
          <a:xfrm>
            <a:off x="2945477" y="136525"/>
            <a:ext cx="95716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этом слайде представлено изображение функции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BubbleSort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языке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IL.</a:t>
            </a:r>
            <a:endParaRPr lang="ru-RU" sz="2400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F3631D-4EDE-B363-66B2-F27177DC3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7</a:t>
            </a:fld>
            <a:endParaRPr lang="ru-RU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43202744-31F3-0431-7876-49E8A37716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975" r="1739"/>
          <a:stretch/>
        </p:blipFill>
        <p:spPr>
          <a:xfrm>
            <a:off x="0" y="1713865"/>
            <a:ext cx="5511800" cy="5144135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2D6F64F-CF4C-CAD4-47E1-AB1B9D14AA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485"/>
          <a:stretch/>
        </p:blipFill>
        <p:spPr>
          <a:xfrm>
            <a:off x="5511800" y="734401"/>
            <a:ext cx="5170452" cy="456912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021E2E3-534A-1B45-32FE-1E96B8ABD3A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132" r="20331"/>
          <a:stretch/>
        </p:blipFill>
        <p:spPr>
          <a:xfrm>
            <a:off x="5511800" y="5303521"/>
            <a:ext cx="1571831" cy="155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358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FF41F2-7135-B906-EC36-61824F074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.NET Reflector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7BAB0F-37E7-E802-39F2-220C25A9E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.NET Reflector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декомпилятор для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.NET-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 от компании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 Gate.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Его можно использовать для: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Открытия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dll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файлов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.NET;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Восстановления из них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-код и других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.NET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языков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Отображения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-кода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F5D7627-8197-3965-A492-2E1A4AE83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2913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25E270-0A70-AA08-78E2-C9209557E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400" y="134725"/>
            <a:ext cx="10929000" cy="1178686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.NET Reflector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D076DE-C08C-A08F-B82B-5FE3B0B79982}"/>
              </a:ext>
            </a:extLst>
          </p:cNvPr>
          <p:cNvSpPr txBox="1"/>
          <p:nvPr/>
        </p:nvSpPr>
        <p:spPr>
          <a:xfrm>
            <a:off x="446400" y="2644170"/>
            <a:ext cx="42062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данном рисунке представлена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декомпилированная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на языке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85E25C-3292-B19B-A405-C2375E20F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9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CEE5B21-285B-EA85-66C4-17706412B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003" y="2676420"/>
            <a:ext cx="5949193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55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28EDE-8212-EFD5-C811-CF4BB0FA9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.NET Reflector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0D679-A5B3-0BFE-431E-7D51DF20D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55022"/>
            <a:ext cx="4299065" cy="15479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данном рисунке представлена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декомпилированная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BubbleSort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на языке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FE58C7-5602-191D-817C-80E6E5B11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10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6FC6B4-B45A-A189-A1B5-64AE62823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724" y="0"/>
            <a:ext cx="32213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725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BD5E5-1FF0-6CEC-4E8C-979F16F59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.NET Reflector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A8D8F-5186-2596-66C5-EDB9BF72F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7080" y="365125"/>
            <a:ext cx="3794760" cy="11503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данных изображениях представлена функция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IL-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коде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F97E00-048D-F75A-0FCD-72E5E3734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11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94A59BD-CA0B-A276-96F3-8E54E8D06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54835"/>
            <a:ext cx="8291653" cy="486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326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1D383-20B1-8F83-3FAA-E3CDCEF41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6280" y="0"/>
            <a:ext cx="39370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.NET Reflector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0A46D-70D6-D16F-0EB4-B33522B49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8680" y="1122996"/>
            <a:ext cx="3994265" cy="1325563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данном изображении представлена функция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BubbleSort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IL-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коде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850DD0-3A56-3FC6-4FD1-F11C3B96B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12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E9AF6D1-8BAC-CB73-F75E-D3670F74B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7719"/>
            <a:ext cx="5465986" cy="605028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612AFF0-D061-422F-5666-AE06EA463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4367" y="2312035"/>
            <a:ext cx="3901289" cy="440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168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03335-AEF3-C8C6-B62E-1343E7F51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ILSpy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.NET Reflector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CDFE8-5B73-0A5B-504C-5754169D8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Оба инструмента позволяют декомпилировать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.NET-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сборки. Они отличаются интерфейсом и рядом функциональных возможностей.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ILSpy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более лёгкое и удобное средство для анализа, т.к. непосредственно интегрируется в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Code.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в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обеспечивает быстрое открытие сборок, просмотр дерева типов и методов, также быстрое переключение между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IL-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кодом.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.NET Reflector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отличие от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ILSpy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имеет платную и бесплатную версии, во второй сильно ограничен функционал. Также он не работает с операционной системой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MacOS. .NET Reflector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имеет тесную связь с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Studio. .NET Reflector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является самостоятельным приложением. 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BA83431-ED6A-FAE4-C2A5-D34A7EA84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133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7B4EF9-60E5-B96D-566F-F260B089E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600" y="365125"/>
            <a:ext cx="10864200" cy="678875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010 Editor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398A95-DF14-1125-66AD-28878C899E7C}"/>
              </a:ext>
            </a:extLst>
          </p:cNvPr>
          <p:cNvSpPr txBox="1"/>
          <p:nvPr/>
        </p:nvSpPr>
        <p:spPr>
          <a:xfrm>
            <a:off x="489600" y="2644170"/>
            <a:ext cx="4267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открытия файла в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-редакторе отображается классичекое представление бинарных данных.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63A10B32-F88A-44BF-E482-B46017AC3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14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3137CB5-0752-B4C8-EB3E-8F8B6DD90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800" y="1044000"/>
            <a:ext cx="7308965" cy="391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863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98E382-3F07-C966-6F11-9DFF18089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Подсчёт энтропии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3A37E6-9D4F-8EF0-1495-F9A9E5412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15</a:t>
            </a:fld>
            <a:endParaRPr lang="ru-RU"/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CF44C3A0-FFD1-4354-0C96-FF3285ECD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720" y="1898606"/>
            <a:ext cx="3759200" cy="4351338"/>
          </a:xfrm>
        </p:spPr>
        <p:txBody>
          <a:bodyPr/>
          <a:lstStyle/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Энтропия показала, что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Bubble_sort.exe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содержит больших участков текстового содержимого или повторений.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C141B19-7125-D4C8-2B3A-EC279B22D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720" y="1898606"/>
            <a:ext cx="7432040" cy="241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383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8CB6C2-9DD4-B51D-B02A-8654CF401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Сравнительная таблица строк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C583B67-7DA5-5920-9A82-84E1855FA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16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2E9FD81B-455B-F5D4-8397-EE00F262EF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86883"/>
              </p:ext>
            </p:extLst>
          </p:nvPr>
        </p:nvGraphicFramePr>
        <p:xfrm>
          <a:off x="2031998" y="1945640"/>
          <a:ext cx="7712075" cy="34836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2415">
                  <a:extLst>
                    <a:ext uri="{9D8B030D-6E8A-4147-A177-3AD203B41FA5}">
                      <a16:colId xmlns:a16="http://schemas.microsoft.com/office/drawing/2014/main" val="624981897"/>
                    </a:ext>
                  </a:extLst>
                </a:gridCol>
                <a:gridCol w="1542415">
                  <a:extLst>
                    <a:ext uri="{9D8B030D-6E8A-4147-A177-3AD203B41FA5}">
                      <a16:colId xmlns:a16="http://schemas.microsoft.com/office/drawing/2014/main" val="1551301560"/>
                    </a:ext>
                  </a:extLst>
                </a:gridCol>
                <a:gridCol w="1542415">
                  <a:extLst>
                    <a:ext uri="{9D8B030D-6E8A-4147-A177-3AD203B41FA5}">
                      <a16:colId xmlns:a16="http://schemas.microsoft.com/office/drawing/2014/main" val="1781000519"/>
                    </a:ext>
                  </a:extLst>
                </a:gridCol>
                <a:gridCol w="1542415">
                  <a:extLst>
                    <a:ext uri="{9D8B030D-6E8A-4147-A177-3AD203B41FA5}">
                      <a16:colId xmlns:a16="http://schemas.microsoft.com/office/drawing/2014/main" val="2400522438"/>
                    </a:ext>
                  </a:extLst>
                </a:gridCol>
                <a:gridCol w="1542415">
                  <a:extLst>
                    <a:ext uri="{9D8B030D-6E8A-4147-A177-3AD203B41FA5}">
                      <a16:colId xmlns:a16="http://schemas.microsoft.com/office/drawing/2014/main" val="2042626981"/>
                    </a:ext>
                  </a:extLst>
                </a:gridCol>
              </a:tblGrid>
              <a:tr h="1161203"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Main C#</a:t>
                      </a:r>
                      <a:endParaRPr lang="ru-RU" dirty="0"/>
                    </a:p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BubbleSort</a:t>
                      </a:r>
                      <a:r>
                        <a:rPr lang="en-US" dirty="0"/>
                        <a:t> C#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Main IL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BubbleSort</a:t>
                      </a:r>
                      <a:r>
                        <a:rPr lang="en-US" dirty="0"/>
                        <a:t>  IL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719755"/>
                  </a:ext>
                </a:extLst>
              </a:tr>
              <a:tr h="1161203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ILSpy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2428048"/>
                  </a:ext>
                </a:extLst>
              </a:tr>
              <a:tr h="11612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.NET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71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2706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A243D-D83B-FC72-BCED-577224ACA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53449-04A0-2E7B-8E34-41811020A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выполнения лабораторной работы был конвертирован исходный код на языке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язык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использованием искусственного интеллекта и ручной корректировки, произведена сборка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.NET-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 и проведён анализ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dll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сборки при помощи средств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ILSpy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.NET Reflector,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них удалось восстановить исходные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-код. При просмотре файла в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hex-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редакторе было выявлено то, что наш проект имеет характерные для бинарного файла свойства. 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Качество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декомпилированного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C#-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обоих инструментах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(.NET Reflector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ILSpy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сопоставимо. Оба инструмента также выдают схожие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IL-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коды.</a:t>
            </a:r>
          </a:p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практического применения удобнее использовать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ILSpy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так как не надо устанавливать новое ПО, а просто установить расширение.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FA118D6-8476-0CC9-F9BB-E3C3F50B2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38517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620</Words>
  <Application>Microsoft Office PowerPoint</Application>
  <PresentationFormat>Широкоэкранный</PresentationFormat>
  <Paragraphs>78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Times New Roman</vt:lpstr>
      <vt:lpstr>Тема Office</vt:lpstr>
      <vt:lpstr>Отчёт по лабораторной работе №3</vt:lpstr>
      <vt:lpstr>Презентация PowerPoint</vt:lpstr>
      <vt:lpstr>Конечный текст на языке C#</vt:lpstr>
      <vt:lpstr>ILSpy </vt:lpstr>
      <vt:lpstr>ILSpy</vt:lpstr>
      <vt:lpstr>ILSpy</vt:lpstr>
      <vt:lpstr>ILSpy</vt:lpstr>
      <vt:lpstr>.NET Reflector</vt:lpstr>
      <vt:lpstr>.NET Reflector</vt:lpstr>
      <vt:lpstr>.NET Reflector </vt:lpstr>
      <vt:lpstr>.NET Reflector</vt:lpstr>
      <vt:lpstr>.NET Reflector</vt:lpstr>
      <vt:lpstr>Сравнение ILSpy и .NET Reflector</vt:lpstr>
      <vt:lpstr>010 Editor </vt:lpstr>
      <vt:lpstr>Подсчёт энтропии</vt:lpstr>
      <vt:lpstr>Сравнительная таблица строк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Отчёт по лабораторной работе №3</dc:title>
  <dc:creator>nbejmel@gmail.com</dc:creator>
  <cp:lastModifiedBy>Stepan Nebovarenkov</cp:lastModifiedBy>
  <cp:revision>15</cp:revision>
  <dcterms:created xsi:type="dcterms:W3CDTF">2026-03-17T18:00:15Z</dcterms:created>
  <dcterms:modified xsi:type="dcterms:W3CDTF">2026-03-23T16:40:18Z</dcterms:modified>
</cp:coreProperties>
</file>