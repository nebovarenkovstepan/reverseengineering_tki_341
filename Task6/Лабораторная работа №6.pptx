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9"/>
  </p:notesMasterIdLst>
  <p:sldIdLst>
    <p:sldId id="257" r:id="rId2"/>
    <p:sldId id="259" r:id="rId3"/>
    <p:sldId id="281" r:id="rId4"/>
    <p:sldId id="282" r:id="rId5"/>
    <p:sldId id="283" r:id="rId6"/>
    <p:sldId id="285" r:id="rId7"/>
    <p:sldId id="284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19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2DCA59-51AA-4717-BF4A-177FB90EC27E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6AD6CF-5DCF-4517-9084-DF2C612D37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02009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D5EC4-1558-2223-CB2D-15C25DE8A0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44F909-5C00-DBFA-E100-2ACCD38C21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2DFE94-6781-D3FD-4368-70942EACD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A1B2A-88E9-41C6-ADDD-B3B0ECF6CD4A}" type="datetime1">
              <a:rPr lang="ru-RU" smtClean="0"/>
              <a:t>23.04.2026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F7156B-5D4B-AA00-0F29-70815D0E4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6FF4E9-F9B3-3F5C-DE52-05A71C664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5092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0FE3C-853D-84FE-DB44-52B15F4A0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D9E7E8-333A-35B0-B223-0BF05092A7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48DF88-ABCA-ED7D-43FE-F5AFF2DEC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DBA3D-0B35-42DF-90EE-AC95B649311D}" type="datetime1">
              <a:rPr lang="ru-RU" smtClean="0"/>
              <a:t>23.04.2026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4E236B-4DF6-D71B-5692-2421B7628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0FF395-DFAA-8106-F3DD-1D1246052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7459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0ABDA-C8EE-0866-9636-4EE6E75C9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C97229-669F-55AD-B45B-98D0CD823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D21A31-5FEC-C31B-8A93-685998E15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9A9D5-C857-4AFF-933C-A6D6DB6026D5}" type="datetime1">
              <a:rPr lang="ru-RU" smtClean="0"/>
              <a:t>23.04.2026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EABFDF-0BDC-5B0B-8E46-1F5B5ED3F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D87E10-C155-032A-91C0-C31BF814D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0838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5070C-81E9-DF2C-AD0F-46A4BC7AE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9635F1-43E6-1F02-148F-733443AF47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073F5A-2183-1C1E-62DA-2DBEA37884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14CC83-41DA-815C-EE35-03BE9BDD0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772AA-D128-42F3-9526-953858CDE727}" type="datetime1">
              <a:rPr lang="ru-RU" smtClean="0"/>
              <a:t>23.04.2026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B938D4-5F16-9204-06E3-86669C55D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40A61F-57C6-338B-0E12-86904364E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22508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7FC0A-7201-752E-335A-4E9E74A60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10211B-140F-3904-E44D-302827CEFA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8F4F8B-7A16-EB5A-896A-4A3CFB622C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7A9CB6-F469-529B-B780-2A66CC9709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D012D0-01EB-BCB4-EED6-A08AEBF783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DAAF6D-133D-99A1-4939-247DF437C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DEC1A-7206-4ACB-88CC-4D580494CFD8}" type="datetime1">
              <a:rPr lang="ru-RU" smtClean="0"/>
              <a:t>23.04.2026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7E5D84-96CB-C218-14DB-6424B622A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2D2E76-99E2-AF55-5F0A-0D0D79F86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6563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A41E5-2CDD-A169-63B5-9CD56F74D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6C2EF2-1AC0-05CC-B8DB-DE33377BA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66A41-B699-420A-89B7-1360021CE64F}" type="datetime1">
              <a:rPr lang="ru-RU" smtClean="0"/>
              <a:t>23.04.2026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19A2E7-832A-5F3E-87C5-CC3845C37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849DEE-F067-764B-2872-11FFD1BC5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84414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6C31A5-0267-D5D3-4FAF-3A697B4C2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83745-FF14-4267-8CE3-5B5166319872}" type="datetime1">
              <a:rPr lang="ru-RU" smtClean="0"/>
              <a:t>23.04.2026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047816-B590-5BA7-C25C-D49228BB8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295682-05DE-3C61-8AA8-4326E96A6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09766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F5550-DF2A-A97B-0562-D5F8F6E8F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B669EB-8BAA-72B0-3D6D-9CD98B16E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0C204E-34C8-9B81-63F1-7BA597D5A9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37EE2D-F292-9807-C53C-39A35824A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32D68-E935-40A0-A15C-328BCC7A62F5}" type="datetime1">
              <a:rPr lang="ru-RU" smtClean="0"/>
              <a:t>23.04.2026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02D61B-6553-CC47-C7CA-D26CE0D5E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59542F-652C-F263-F098-5C41695EC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29118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F7C40-3F8E-58E0-E50E-AEF074F04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CCADA0-EC59-B8B0-876D-6D7D5DBC90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C839ED-CEFB-0760-84E3-32161B0183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AE13CF-35EA-0FA3-AC91-4CF4C3474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E0BEA-9C6C-4843-891D-C389990A7C5F}" type="datetime1">
              <a:rPr lang="ru-RU" smtClean="0"/>
              <a:t>23.04.2026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4CEA15-9796-4ADD-1037-F3ECC7D31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8BCA49-88E6-B310-7D45-695464E3E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4884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BD6DA-8C3F-99FB-246B-4EC66DE72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28F120-0466-A4D0-72AF-A9AD605E0D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A8E01F-5092-974A-7137-55388DB6F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4598E-39A0-4499-B681-3910AD4163EA}" type="datetime1">
              <a:rPr lang="ru-RU" smtClean="0"/>
              <a:t>23.04.2026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624936-8CED-3EA4-3137-AC2CEB96C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94512D-5E78-4778-CE5A-06A99A960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8579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4A563D-FD32-7578-5CA8-BD6D2985CD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BCBA4C-617F-A815-8F47-9D7F74F164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CEA9BE-0505-9BD4-9735-B1E219C22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1D412-F844-4D5F-BEB0-B16AF876AB34}" type="datetime1">
              <a:rPr lang="ru-RU" smtClean="0"/>
              <a:t>23.04.2026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F75855-B8A8-6EBE-5A46-C579F7A64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683348-AE26-0439-1CD2-AF420BF0D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4454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63E3DB-930F-484E-5137-CBCA1B91B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59697A-C788-AB24-53BB-504BB01C8D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AC7B52-6E9B-9055-6B98-08EC7DE095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FCCD74-3F4F-4664-BDCE-83D9D19648C6}" type="datetime1">
              <a:rPr lang="ru-RU" smtClean="0"/>
              <a:t>23.04.2026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B0E36F-7A96-5893-97D3-6AA7155D33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C24DE9-A70C-0B49-F080-005569A06F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74E819-F42A-4AEC-919D-DF317209F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6658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D6440-1606-BC69-E2AF-86A4ECFC06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Отчёт по лабораторной работе №6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FA4968-9A8F-F562-BEBD-29228932D9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760662"/>
          </a:xfrm>
        </p:spPr>
        <p:txBody>
          <a:bodyPr>
            <a:normAutofit/>
          </a:bodyPr>
          <a:lstStyle/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Выполнили:</a:t>
            </a:r>
          </a:p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Небоваренков С.К.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Зверь В.В.</a:t>
            </a:r>
          </a:p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Проверили: </a:t>
            </a:r>
          </a:p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Профессор, д.т.н. Сидоренко Валентина Генадьевна </a:t>
            </a:r>
          </a:p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доцент, к.т.н. Сафронов Антон Игоревич</a:t>
            </a:r>
          </a:p>
        </p:txBody>
      </p:sp>
    </p:spTree>
    <p:extLst>
      <p:ext uri="{BB962C8B-B14F-4D97-AF65-F5344CB8AC3E}">
        <p14:creationId xmlns:p14="http://schemas.microsoft.com/office/powerpoint/2010/main" val="7046389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7DEE1-0324-CC7C-124B-752F55295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EFA6D-8EE0-7E5A-2136-65C1CBD93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Регулярные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выражения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(re)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D697E-1524-9722-4484-E9D8EC0F5C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 –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последовательность символов, которая задаёт шаблон поиска в текстовых строках (для этого используется специальный синтаксис описания - маски)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Регулярные выражения нужны, чтобы осуществлять:</a:t>
            </a:r>
          </a:p>
          <a:p>
            <a:pPr>
              <a:buFontTx/>
              <a:buChar char="-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Поиск по шаблону</a:t>
            </a:r>
          </a:p>
          <a:p>
            <a:pPr>
              <a:buFontTx/>
              <a:buChar char="-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Валидацию данных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A7A972-4342-3581-BF30-32E4E75DB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52DFA-09F4-4FAF-913E-A5D4A31DEA7F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99970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E23DF-2B7D-AE84-F97F-4500117C9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Входные данные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0E4D9E-8AD3-3656-33F4-5B5271D39C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Файл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dev.txt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~3800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кб) – это большой текстовый файл, содержащий смешанные данные (координаты, почтовые адреса, даты и т. д.).</a:t>
            </a:r>
          </a:p>
          <a:p>
            <a:pPr marL="0" indent="0" algn="just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варианте (12) требуется найти даты, а именно день и месяц, которые записаны в различных форматах.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B194BC-30C5-DA0C-81FE-2D448D2EC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74619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8ABC5-B56D-988D-BA53-B1640E9AA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Решение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4D66C1-FE37-48B9-15E4-4A0087ACB5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0476"/>
            <a:ext cx="3984812" cy="532099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Были составлены некоторые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правила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 которым будет осуществлен поиск.</a:t>
            </a:r>
          </a:p>
          <a:p>
            <a:pPr marL="0" indent="0"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day =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число с необязательным нулем и вторая цифра от 1 до 9 или цифры 1,2 а за ними цифра от 0 до 9 или 30 или 31.</a:t>
            </a:r>
          </a:p>
          <a:p>
            <a:pPr marL="0" indent="0"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month_numeric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число </a:t>
            </a:r>
            <a:r>
              <a:rPr 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с нулем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вторая цифра от 1 до 9 или 1 со второй цифрой от 0 до 2.</a:t>
            </a:r>
          </a:p>
          <a:p>
            <a:pPr marL="0" indent="0"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Так же были составлены словари с месяцами в коротком и полном виде.</a:t>
            </a:r>
          </a:p>
          <a:p>
            <a:pPr marL="0" indent="0"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Далее это все собирается в паттерны, на основании которых и будет произведен поиск. </a:t>
            </a:r>
          </a:p>
          <a:p>
            <a:pPr marL="0" indent="0"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\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–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пробел</a:t>
            </a:r>
          </a:p>
          <a:p>
            <a:pPr marL="0" indent="0"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\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- пробел, но не обязательно</a:t>
            </a:r>
          </a:p>
          <a:p>
            <a:pPr marL="0" indent="0"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\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s+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много пробелов </a:t>
            </a:r>
          </a:p>
          <a:p>
            <a:pPr marL="0" indent="0"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\. – разделитель в виде точки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944A65-D55E-6252-DC10-51BBACF20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4</a:t>
            </a:fld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B800E30-CB32-08C9-9B5C-249AE1ABD1DC}"/>
              </a:ext>
            </a:extLst>
          </p:cNvPr>
          <p:cNvSpPr txBox="1"/>
          <p:nvPr/>
        </p:nvSpPr>
        <p:spPr>
          <a:xfrm>
            <a:off x="5000324" y="5126467"/>
            <a:ext cx="627488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паттерне №5 остановимся подробнее, так как нам надо исключить попадания координат вместе с датами. Добавим негативную проверку: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(?&lt;!\d|.)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она говорит что перед нашим днем не должно идти числа или точки. В конце берем опционально наличие года(состоит из 2 до 4 цифр) и добавляем ту же проверку.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922E280-E042-A770-A984-ED447AD77E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8918" y="85824"/>
            <a:ext cx="5179207" cy="5040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4366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FAAF4-D580-417F-244C-1AE3479C4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029A2E-2797-361B-33B4-1596D2573E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47329" cy="4351338"/>
          </a:xfrm>
        </p:spPr>
        <p:txBody>
          <a:bodyPr/>
          <a:lstStyle/>
          <a:p>
            <a:pPr marL="0" indent="0" algn="just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Реализованный код, позволяет найти даты, указанные в файле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txt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считает их. Для удобного предоставления полученных результатов в процессе выполнения кода создаётся отдельный файл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(result.txt)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 пронумерованным списком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 всеми найденными датами.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C85AA4-93F2-6CEA-CBFB-24CC62B58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5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899BF3B-80CD-A747-E1CD-EB3258FB0B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0600" y="162678"/>
            <a:ext cx="1960752" cy="6241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4943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241BD-6864-5EB2-3ED5-E47101DDB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Ошибки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F84A24-8CCE-D17A-9BF3-D3835C1421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Ошибки первого рода, которые могли быть(у нас они исключены в паттерне №5):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регулярное выражение может распознавать координаты, в состав которых входит наша дата (38.87.05.01.38</a:t>
            </a:r>
            <a:r>
              <a:rPr lang="ru-RU" b="0" i="0" dirty="0">
                <a:solidFill>
                  <a:srgbClr val="F4F0E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ru-RU" b="0" i="0" dirty="0">
                <a:solidFill>
                  <a:srgbClr val="F4F0E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05.01).</a:t>
            </a:r>
          </a:p>
          <a:p>
            <a:pPr marL="0" indent="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Ошибки второго рода: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не будут распознаны даты в китайской системе (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год.месяц.день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60F292-E25A-5F34-7596-6F02D2768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32548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A54D9-8908-F3AE-7F83-12FD6B772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Выводы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3EEAFE-C983-93B5-4491-0974C75B51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	В ходе выполнения работы были разработаны регулярные выражение для поиска дат(день и месяц) в файле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.txt.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Итоговый вариант состоящий из 5 паттернов поиска позволяет корректно выделять большинство дат и брать из них день и месяц. При этом установлено, что ошибки первого рода исключены в нашем варианте реализации. А ошибки второго рода возможны  при китайском методе записи дат.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79E23C-42B0-95DB-3A60-D74D265A2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7</a:t>
            </a:fld>
            <a:endParaRPr lang="ru-RU"/>
          </a:p>
        </p:txBody>
      </p:sp>
      <p:pic>
        <p:nvPicPr>
          <p:cNvPr id="1026" name="Picture 2" descr="Жизнь и учения Конфуция">
            <a:extLst>
              <a:ext uri="{FF2B5EF4-FFF2-40B4-BE49-F238E27FC236}">
                <a16:creationId xmlns:a16="http://schemas.microsoft.com/office/drawing/2014/main" id="{DD792F99-AC2B-951B-E35C-2F3AF22EB1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0259" y="4459539"/>
            <a:ext cx="1984662" cy="2261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54381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347</TotalTime>
  <Words>492</Words>
  <Application>Microsoft Office PowerPoint</Application>
  <PresentationFormat>Широкоэкранный</PresentationFormat>
  <Paragraphs>42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Office Theme</vt:lpstr>
      <vt:lpstr>Отчёт по лабораторной работе №6</vt:lpstr>
      <vt:lpstr>Регулярные выражения (re)</vt:lpstr>
      <vt:lpstr>Входные данные</vt:lpstr>
      <vt:lpstr>Решение</vt:lpstr>
      <vt:lpstr>Результат </vt:lpstr>
      <vt:lpstr>Ошибки</vt:lpstr>
      <vt:lpstr>Выводы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Отчёт по лабораторной работе №6</dc:title>
  <dc:creator>Егор Королёв</dc:creator>
  <cp:lastModifiedBy>Stepan Nebovarenkov</cp:lastModifiedBy>
  <cp:revision>12</cp:revision>
  <dcterms:created xsi:type="dcterms:W3CDTF">2026-04-14T20:09:30Z</dcterms:created>
  <dcterms:modified xsi:type="dcterms:W3CDTF">2026-04-23T07:24:52Z</dcterms:modified>
</cp:coreProperties>
</file>